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347CCB-3210-453D-B89A-2A21814FB1DD}" v="7" dt="2025-07-01T13:49:19.7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070" y="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rcia Casas, Eduardo (Allianz Technology)" userId="bd438e6f-ef78-4d9b-98ec-c1a2b1b3b2a4" providerId="ADAL" clId="{6C347CCB-3210-453D-B89A-2A21814FB1DD}"/>
    <pc:docChg chg="undo custSel modSld modMainMaster">
      <pc:chgData name="Garcia Casas, Eduardo (Allianz Technology)" userId="bd438e6f-ef78-4d9b-98ec-c1a2b1b3b2a4" providerId="ADAL" clId="{6C347CCB-3210-453D-B89A-2A21814FB1DD}" dt="2025-07-01T13:49:19.769" v="49" actId="20577"/>
      <pc:docMkLst>
        <pc:docMk/>
      </pc:docMkLst>
      <pc:sldChg chg="addSp delSp modSp mod setBg setClrOvrMap delDesignElem">
        <pc:chgData name="Garcia Casas, Eduardo (Allianz Technology)" userId="bd438e6f-ef78-4d9b-98ec-c1a2b1b3b2a4" providerId="ADAL" clId="{6C347CCB-3210-453D-B89A-2A21814FB1DD}" dt="2025-07-01T13:49:13.509" v="44" actId="20577"/>
        <pc:sldMkLst>
          <pc:docMk/>
          <pc:sldMk cId="0" sldId="256"/>
        </pc:sldMkLst>
        <pc:spChg chg="mod">
          <ac:chgData name="Garcia Casas, Eduardo (Allianz Technology)" userId="bd438e6f-ef78-4d9b-98ec-c1a2b1b3b2a4" providerId="ADAL" clId="{6C347CCB-3210-453D-B89A-2A21814FB1DD}" dt="2025-07-01T13:49:13.509" v="44" actId="20577"/>
          <ac:spMkLst>
            <pc:docMk/>
            <pc:sldMk cId="0" sldId="256"/>
            <ac:spMk id="2" creationId="{00000000-0000-0000-0000-000000000000}"/>
          </ac:spMkLst>
        </pc:spChg>
        <pc:spChg chg="add">
          <ac:chgData name="Garcia Casas, Eduardo (Allianz Technology)" userId="bd438e6f-ef78-4d9b-98ec-c1a2b1b3b2a4" providerId="ADAL" clId="{6C347CCB-3210-453D-B89A-2A21814FB1DD}" dt="2025-06-19T16:54:14.152" v="14" actId="26606"/>
          <ac:spMkLst>
            <pc:docMk/>
            <pc:sldMk cId="0" sldId="256"/>
            <ac:spMk id="63" creationId="{FD253B5F-8540-4043-8F2E-713BAFE52D54}"/>
          </ac:spMkLst>
        </pc:spChg>
        <pc:spChg chg="add">
          <ac:chgData name="Garcia Casas, Eduardo (Allianz Technology)" userId="bd438e6f-ef78-4d9b-98ec-c1a2b1b3b2a4" providerId="ADAL" clId="{6C347CCB-3210-453D-B89A-2A21814FB1DD}" dt="2025-06-19T16:54:14.152" v="14" actId="26606"/>
          <ac:spMkLst>
            <pc:docMk/>
            <pc:sldMk cId="0" sldId="256"/>
            <ac:spMk id="64" creationId="{F2AF0D79-4A1A-4F27-B9F0-CF252C4AC91C}"/>
          </ac:spMkLst>
        </pc:spChg>
        <pc:spChg chg="add">
          <ac:chgData name="Garcia Casas, Eduardo (Allianz Technology)" userId="bd438e6f-ef78-4d9b-98ec-c1a2b1b3b2a4" providerId="ADAL" clId="{6C347CCB-3210-453D-B89A-2A21814FB1DD}" dt="2025-06-19T16:54:14.152" v="14" actId="26606"/>
          <ac:spMkLst>
            <pc:docMk/>
            <pc:sldMk cId="0" sldId="256"/>
            <ac:spMk id="66" creationId="{00000000-0000-0000-0000-000000000000}"/>
          </ac:spMkLst>
        </pc:spChg>
        <pc:cxnChg chg="add">
          <ac:chgData name="Garcia Casas, Eduardo (Allianz Technology)" userId="bd438e6f-ef78-4d9b-98ec-c1a2b1b3b2a4" providerId="ADAL" clId="{6C347CCB-3210-453D-B89A-2A21814FB1DD}" dt="2025-06-19T16:54:14.152" v="14" actId="26606"/>
          <ac:cxnSpMkLst>
            <pc:docMk/>
            <pc:sldMk cId="0" sldId="256"/>
            <ac:cxnSpMk id="65" creationId="{8E83266B-97F8-4AB9-818F-3A70E8D8580D}"/>
          </ac:cxnSpMkLst>
        </pc:cxnChg>
      </pc:sldChg>
      <pc:sldChg chg="addSp delSp modSp mod setBg">
        <pc:chgData name="Garcia Casas, Eduardo (Allianz Technology)" userId="bd438e6f-ef78-4d9b-98ec-c1a2b1b3b2a4" providerId="ADAL" clId="{6C347CCB-3210-453D-B89A-2A21814FB1DD}" dt="2025-07-01T13:49:19.769" v="49" actId="20577"/>
        <pc:sldMkLst>
          <pc:docMk/>
          <pc:sldMk cId="0" sldId="257"/>
        </pc:sldMkLst>
        <pc:spChg chg="mod">
          <ac:chgData name="Garcia Casas, Eduardo (Allianz Technology)" userId="bd438e6f-ef78-4d9b-98ec-c1a2b1b3b2a4" providerId="ADAL" clId="{6C347CCB-3210-453D-B89A-2A21814FB1DD}" dt="2025-06-19T16:54:27.209" v="15" actId="26606"/>
          <ac:spMkLst>
            <pc:docMk/>
            <pc:sldMk cId="0" sldId="257"/>
            <ac:spMk id="2" creationId="{00000000-0000-0000-0000-000000000000}"/>
          </ac:spMkLst>
        </pc:spChg>
        <pc:spChg chg="add">
          <ac:chgData name="Garcia Casas, Eduardo (Allianz Technology)" userId="bd438e6f-ef78-4d9b-98ec-c1a2b1b3b2a4" providerId="ADAL" clId="{6C347CCB-3210-453D-B89A-2A21814FB1DD}" dt="2025-06-19T16:54:57.749" v="16" actId="26606"/>
          <ac:spMkLst>
            <pc:docMk/>
            <pc:sldMk cId="0" sldId="257"/>
            <ac:spMk id="24" creationId="{32D32A60-013B-47A8-8833-D2424080917B}"/>
          </ac:spMkLst>
        </pc:spChg>
        <pc:spChg chg="add">
          <ac:chgData name="Garcia Casas, Eduardo (Allianz Technology)" userId="bd438e6f-ef78-4d9b-98ec-c1a2b1b3b2a4" providerId="ADAL" clId="{6C347CCB-3210-453D-B89A-2A21814FB1DD}" dt="2025-06-19T16:54:57.749" v="16" actId="26606"/>
          <ac:spMkLst>
            <pc:docMk/>
            <pc:sldMk cId="0" sldId="257"/>
            <ac:spMk id="26" creationId="{AE27932B-B694-4C4C-90D7-A0333A7C5876}"/>
          </ac:spMkLst>
        </pc:spChg>
        <pc:spChg chg="add">
          <ac:chgData name="Garcia Casas, Eduardo (Allianz Technology)" userId="bd438e6f-ef78-4d9b-98ec-c1a2b1b3b2a4" providerId="ADAL" clId="{6C347CCB-3210-453D-B89A-2A21814FB1DD}" dt="2025-06-19T16:54:57.749" v="16" actId="26606"/>
          <ac:spMkLst>
            <pc:docMk/>
            <pc:sldMk cId="0" sldId="257"/>
            <ac:spMk id="30" creationId="{A9DA474E-6B91-4200-840F-0257B2358A75}"/>
          </ac:spMkLst>
        </pc:spChg>
        <pc:graphicFrameChg chg="add mod modGraphic">
          <ac:chgData name="Garcia Casas, Eduardo (Allianz Technology)" userId="bd438e6f-ef78-4d9b-98ec-c1a2b1b3b2a4" providerId="ADAL" clId="{6C347CCB-3210-453D-B89A-2A21814FB1DD}" dt="2025-07-01T13:49:19.769" v="49" actId="20577"/>
          <ac:graphicFrameMkLst>
            <pc:docMk/>
            <pc:sldMk cId="0" sldId="257"/>
            <ac:graphicFrameMk id="5" creationId="{0D5B14F9-F4AB-23A2-3694-6894CE9773A5}"/>
          </ac:graphicFrameMkLst>
        </pc:graphicFrameChg>
        <pc:picChg chg="add">
          <ac:chgData name="Garcia Casas, Eduardo (Allianz Technology)" userId="bd438e6f-ef78-4d9b-98ec-c1a2b1b3b2a4" providerId="ADAL" clId="{6C347CCB-3210-453D-B89A-2A21814FB1DD}" dt="2025-06-19T16:54:57.749" v="16" actId="26606"/>
          <ac:picMkLst>
            <pc:docMk/>
            <pc:sldMk cId="0" sldId="257"/>
            <ac:picMk id="32" creationId="{DF63C9AD-AE6E-4512-8171-91612E84CCFB}"/>
          </ac:picMkLst>
        </pc:picChg>
        <pc:cxnChg chg="add">
          <ac:chgData name="Garcia Casas, Eduardo (Allianz Technology)" userId="bd438e6f-ef78-4d9b-98ec-c1a2b1b3b2a4" providerId="ADAL" clId="{6C347CCB-3210-453D-B89A-2A21814FB1DD}" dt="2025-06-19T16:54:57.749" v="16" actId="26606"/>
          <ac:cxnSpMkLst>
            <pc:docMk/>
            <pc:sldMk cId="0" sldId="257"/>
            <ac:cxnSpMk id="28" creationId="{9EBB0476-5CF0-4F44-8D68-5D42D7AEE43A}"/>
          </ac:cxnSpMkLst>
        </pc:cxnChg>
      </pc:sldChg>
      <pc:sldChg chg="modSp">
        <pc:chgData name="Garcia Casas, Eduardo (Allianz Technology)" userId="bd438e6f-ef78-4d9b-98ec-c1a2b1b3b2a4" providerId="ADAL" clId="{6C347CCB-3210-453D-B89A-2A21814FB1DD}" dt="2025-06-19T16:52:56.646" v="3"/>
        <pc:sldMkLst>
          <pc:docMk/>
          <pc:sldMk cId="0" sldId="258"/>
        </pc:sldMkLst>
        <pc:spChg chg="mod">
          <ac:chgData name="Garcia Casas, Eduardo (Allianz Technology)" userId="bd438e6f-ef78-4d9b-98ec-c1a2b1b3b2a4" providerId="ADAL" clId="{6C347CCB-3210-453D-B89A-2A21814FB1DD}" dt="2025-06-19T16:52:56.646" v="3"/>
          <ac:spMkLst>
            <pc:docMk/>
            <pc:sldMk cId="0" sldId="258"/>
            <ac:spMk id="2" creationId="{00000000-0000-0000-0000-000000000000}"/>
          </ac:spMkLst>
        </pc:spChg>
        <pc:spChg chg="mod">
          <ac:chgData name="Garcia Casas, Eduardo (Allianz Technology)" userId="bd438e6f-ef78-4d9b-98ec-c1a2b1b3b2a4" providerId="ADAL" clId="{6C347CCB-3210-453D-B89A-2A21814FB1DD}" dt="2025-06-19T16:52:56.646" v="3"/>
          <ac:spMkLst>
            <pc:docMk/>
            <pc:sldMk cId="0" sldId="258"/>
            <ac:spMk id="3" creationId="{00000000-0000-0000-0000-000000000000}"/>
          </ac:spMkLst>
        </pc:spChg>
      </pc:sldChg>
      <pc:sldChg chg="addSp delSp modSp mod setBg">
        <pc:chgData name="Garcia Casas, Eduardo (Allianz Technology)" userId="bd438e6f-ef78-4d9b-98ec-c1a2b1b3b2a4" providerId="ADAL" clId="{6C347CCB-3210-453D-B89A-2A21814FB1DD}" dt="2025-06-19T16:55:33.616" v="19" actId="26606"/>
        <pc:sldMkLst>
          <pc:docMk/>
          <pc:sldMk cId="0" sldId="259"/>
        </pc:sldMkLst>
        <pc:spChg chg="mod">
          <ac:chgData name="Garcia Casas, Eduardo (Allianz Technology)" userId="bd438e6f-ef78-4d9b-98ec-c1a2b1b3b2a4" providerId="ADAL" clId="{6C347CCB-3210-453D-B89A-2A21814FB1DD}" dt="2025-06-19T16:55:33.616" v="19" actId="26606"/>
          <ac:spMkLst>
            <pc:docMk/>
            <pc:sldMk cId="0" sldId="259"/>
            <ac:spMk id="2" creationId="{00000000-0000-0000-0000-000000000000}"/>
          </ac:spMkLst>
        </pc:spChg>
        <pc:spChg chg="add">
          <ac:chgData name="Garcia Casas, Eduardo (Allianz Technology)" userId="bd438e6f-ef78-4d9b-98ec-c1a2b1b3b2a4" providerId="ADAL" clId="{6C347CCB-3210-453D-B89A-2A21814FB1DD}" dt="2025-06-19T16:55:33.616" v="19" actId="26606"/>
          <ac:spMkLst>
            <pc:docMk/>
            <pc:sldMk cId="0" sldId="259"/>
            <ac:spMk id="7" creationId="{00000000-0000-0000-0000-000000000000}"/>
          </ac:spMkLst>
        </pc:spChg>
        <pc:spChg chg="add">
          <ac:chgData name="Garcia Casas, Eduardo (Allianz Technology)" userId="bd438e6f-ef78-4d9b-98ec-c1a2b1b3b2a4" providerId="ADAL" clId="{6C347CCB-3210-453D-B89A-2A21814FB1DD}" dt="2025-06-19T16:55:33.616" v="19" actId="26606"/>
          <ac:spMkLst>
            <pc:docMk/>
            <pc:sldMk cId="0" sldId="259"/>
            <ac:spMk id="8" creationId="{29C51009-A09A-4689-8E6C-F8FC99E6A840}"/>
          </ac:spMkLst>
        </pc:spChg>
        <pc:cxnChg chg="add">
          <ac:chgData name="Garcia Casas, Eduardo (Allianz Technology)" userId="bd438e6f-ef78-4d9b-98ec-c1a2b1b3b2a4" providerId="ADAL" clId="{6C347CCB-3210-453D-B89A-2A21814FB1DD}" dt="2025-06-19T16:55:33.616" v="19" actId="26606"/>
          <ac:cxnSpMkLst>
            <pc:docMk/>
            <pc:sldMk cId="0" sldId="259"/>
            <ac:cxnSpMk id="10" creationId="{9EC65442-F244-409C-BF44-C5D6472E810A}"/>
          </ac:cxnSpMkLst>
        </pc:cxnChg>
      </pc:sldChg>
      <pc:sldChg chg="modSp">
        <pc:chgData name="Garcia Casas, Eduardo (Allianz Technology)" userId="bd438e6f-ef78-4d9b-98ec-c1a2b1b3b2a4" providerId="ADAL" clId="{6C347CCB-3210-453D-B89A-2A21814FB1DD}" dt="2025-06-19T16:52:56.646" v="3"/>
        <pc:sldMkLst>
          <pc:docMk/>
          <pc:sldMk cId="0" sldId="260"/>
        </pc:sldMkLst>
        <pc:spChg chg="mod">
          <ac:chgData name="Garcia Casas, Eduardo (Allianz Technology)" userId="bd438e6f-ef78-4d9b-98ec-c1a2b1b3b2a4" providerId="ADAL" clId="{6C347CCB-3210-453D-B89A-2A21814FB1DD}" dt="2025-06-19T16:52:56.646" v="3"/>
          <ac:spMkLst>
            <pc:docMk/>
            <pc:sldMk cId="0" sldId="260"/>
            <ac:spMk id="2" creationId="{00000000-0000-0000-0000-000000000000}"/>
          </ac:spMkLst>
        </pc:spChg>
        <pc:spChg chg="mod">
          <ac:chgData name="Garcia Casas, Eduardo (Allianz Technology)" userId="bd438e6f-ef78-4d9b-98ec-c1a2b1b3b2a4" providerId="ADAL" clId="{6C347CCB-3210-453D-B89A-2A21814FB1DD}" dt="2025-06-19T16:52:56.646" v="3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Garcia Casas, Eduardo (Allianz Technology)" userId="bd438e6f-ef78-4d9b-98ec-c1a2b1b3b2a4" providerId="ADAL" clId="{6C347CCB-3210-453D-B89A-2A21814FB1DD}" dt="2025-07-01T13:47:13.459" v="27" actId="20577"/>
        <pc:sldMkLst>
          <pc:docMk/>
          <pc:sldMk cId="0" sldId="261"/>
        </pc:sldMkLst>
        <pc:spChg chg="mod">
          <ac:chgData name="Garcia Casas, Eduardo (Allianz Technology)" userId="bd438e6f-ef78-4d9b-98ec-c1a2b1b3b2a4" providerId="ADAL" clId="{6C347CCB-3210-453D-B89A-2A21814FB1DD}" dt="2025-06-19T16:52:56.646" v="3"/>
          <ac:spMkLst>
            <pc:docMk/>
            <pc:sldMk cId="0" sldId="261"/>
            <ac:spMk id="2" creationId="{00000000-0000-0000-0000-000000000000}"/>
          </ac:spMkLst>
        </pc:spChg>
        <pc:spChg chg="mod">
          <ac:chgData name="Garcia Casas, Eduardo (Allianz Technology)" userId="bd438e6f-ef78-4d9b-98ec-c1a2b1b3b2a4" providerId="ADAL" clId="{6C347CCB-3210-453D-B89A-2A21814FB1DD}" dt="2025-07-01T13:47:13.459" v="27" actId="20577"/>
          <ac:spMkLst>
            <pc:docMk/>
            <pc:sldMk cId="0" sldId="261"/>
            <ac:spMk id="3" creationId="{00000000-0000-0000-0000-000000000000}"/>
          </ac:spMkLst>
        </pc:spChg>
      </pc:sldChg>
      <pc:sldChg chg="modSp">
        <pc:chgData name="Garcia Casas, Eduardo (Allianz Technology)" userId="bd438e6f-ef78-4d9b-98ec-c1a2b1b3b2a4" providerId="ADAL" clId="{6C347CCB-3210-453D-B89A-2A21814FB1DD}" dt="2025-06-19T16:52:56.646" v="3"/>
        <pc:sldMkLst>
          <pc:docMk/>
          <pc:sldMk cId="0" sldId="262"/>
        </pc:sldMkLst>
        <pc:spChg chg="mod">
          <ac:chgData name="Garcia Casas, Eduardo (Allianz Technology)" userId="bd438e6f-ef78-4d9b-98ec-c1a2b1b3b2a4" providerId="ADAL" clId="{6C347CCB-3210-453D-B89A-2A21814FB1DD}" dt="2025-06-19T16:52:56.646" v="3"/>
          <ac:spMkLst>
            <pc:docMk/>
            <pc:sldMk cId="0" sldId="262"/>
            <ac:spMk id="2" creationId="{00000000-0000-0000-0000-000000000000}"/>
          </ac:spMkLst>
        </pc:spChg>
        <pc:spChg chg="mod">
          <ac:chgData name="Garcia Casas, Eduardo (Allianz Technology)" userId="bd438e6f-ef78-4d9b-98ec-c1a2b1b3b2a4" providerId="ADAL" clId="{6C347CCB-3210-453D-B89A-2A21814FB1DD}" dt="2025-06-19T16:52:56.646" v="3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Garcia Casas, Eduardo (Allianz Technology)" userId="bd438e6f-ef78-4d9b-98ec-c1a2b1b3b2a4" providerId="ADAL" clId="{6C347CCB-3210-453D-B89A-2A21814FB1DD}" dt="2025-07-01T13:48:13.879" v="42" actId="20577"/>
        <pc:sldMkLst>
          <pc:docMk/>
          <pc:sldMk cId="0" sldId="263"/>
        </pc:sldMkLst>
        <pc:spChg chg="mod">
          <ac:chgData name="Garcia Casas, Eduardo (Allianz Technology)" userId="bd438e6f-ef78-4d9b-98ec-c1a2b1b3b2a4" providerId="ADAL" clId="{6C347CCB-3210-453D-B89A-2A21814FB1DD}" dt="2025-06-19T16:52:56.646" v="3"/>
          <ac:spMkLst>
            <pc:docMk/>
            <pc:sldMk cId="0" sldId="263"/>
            <ac:spMk id="2" creationId="{00000000-0000-0000-0000-000000000000}"/>
          </ac:spMkLst>
        </pc:spChg>
        <pc:spChg chg="mod">
          <ac:chgData name="Garcia Casas, Eduardo (Allianz Technology)" userId="bd438e6f-ef78-4d9b-98ec-c1a2b1b3b2a4" providerId="ADAL" clId="{6C347CCB-3210-453D-B89A-2A21814FB1DD}" dt="2025-07-01T13:48:13.879" v="42" actId="20577"/>
          <ac:spMkLst>
            <pc:docMk/>
            <pc:sldMk cId="0" sldId="263"/>
            <ac:spMk id="3" creationId="{00000000-0000-0000-0000-000000000000}"/>
          </ac:spMkLst>
        </pc:spChg>
      </pc:sldChg>
      <pc:sldChg chg="modSp">
        <pc:chgData name="Garcia Casas, Eduardo (Allianz Technology)" userId="bd438e6f-ef78-4d9b-98ec-c1a2b1b3b2a4" providerId="ADAL" clId="{6C347CCB-3210-453D-B89A-2A21814FB1DD}" dt="2025-06-19T16:52:56.646" v="3"/>
        <pc:sldMkLst>
          <pc:docMk/>
          <pc:sldMk cId="0" sldId="264"/>
        </pc:sldMkLst>
        <pc:spChg chg="mod">
          <ac:chgData name="Garcia Casas, Eduardo (Allianz Technology)" userId="bd438e6f-ef78-4d9b-98ec-c1a2b1b3b2a4" providerId="ADAL" clId="{6C347CCB-3210-453D-B89A-2A21814FB1DD}" dt="2025-06-19T16:52:56.646" v="3"/>
          <ac:spMkLst>
            <pc:docMk/>
            <pc:sldMk cId="0" sldId="264"/>
            <ac:spMk id="2" creationId="{00000000-0000-0000-0000-000000000000}"/>
          </ac:spMkLst>
        </pc:spChg>
        <pc:spChg chg="mod">
          <ac:chgData name="Garcia Casas, Eduardo (Allianz Technology)" userId="bd438e6f-ef78-4d9b-98ec-c1a2b1b3b2a4" providerId="ADAL" clId="{6C347CCB-3210-453D-B89A-2A21814FB1DD}" dt="2025-06-19T16:52:56.646" v="3"/>
          <ac:spMkLst>
            <pc:docMk/>
            <pc:sldMk cId="0" sldId="264"/>
            <ac:spMk id="3" creationId="{00000000-0000-0000-0000-000000000000}"/>
          </ac:spMkLst>
        </pc:spChg>
      </pc:sldChg>
      <pc:sldChg chg="modSp">
        <pc:chgData name="Garcia Casas, Eduardo (Allianz Technology)" userId="bd438e6f-ef78-4d9b-98ec-c1a2b1b3b2a4" providerId="ADAL" clId="{6C347CCB-3210-453D-B89A-2A21814FB1DD}" dt="2025-06-19T16:52:56.646" v="3"/>
        <pc:sldMkLst>
          <pc:docMk/>
          <pc:sldMk cId="0" sldId="265"/>
        </pc:sldMkLst>
        <pc:spChg chg="mod">
          <ac:chgData name="Garcia Casas, Eduardo (Allianz Technology)" userId="bd438e6f-ef78-4d9b-98ec-c1a2b1b3b2a4" providerId="ADAL" clId="{6C347CCB-3210-453D-B89A-2A21814FB1DD}" dt="2025-06-19T16:52:56.646" v="3"/>
          <ac:spMkLst>
            <pc:docMk/>
            <pc:sldMk cId="0" sldId="265"/>
            <ac:spMk id="2" creationId="{00000000-0000-0000-0000-000000000000}"/>
          </ac:spMkLst>
        </pc:spChg>
        <pc:spChg chg="mod">
          <ac:chgData name="Garcia Casas, Eduardo (Allianz Technology)" userId="bd438e6f-ef78-4d9b-98ec-c1a2b1b3b2a4" providerId="ADAL" clId="{6C347CCB-3210-453D-B89A-2A21814FB1DD}" dt="2025-06-19T16:52:56.646" v="3"/>
          <ac:spMkLst>
            <pc:docMk/>
            <pc:sldMk cId="0" sldId="265"/>
            <ac:spMk id="3" creationId="{00000000-0000-0000-0000-000000000000}"/>
          </ac:spMkLst>
        </pc:spChg>
      </pc:sldChg>
      <pc:sldChg chg="modSp">
        <pc:chgData name="Garcia Casas, Eduardo (Allianz Technology)" userId="bd438e6f-ef78-4d9b-98ec-c1a2b1b3b2a4" providerId="ADAL" clId="{6C347CCB-3210-453D-B89A-2A21814FB1DD}" dt="2025-06-19T16:52:56.646" v="3"/>
        <pc:sldMkLst>
          <pc:docMk/>
          <pc:sldMk cId="0" sldId="266"/>
        </pc:sldMkLst>
        <pc:spChg chg="mod">
          <ac:chgData name="Garcia Casas, Eduardo (Allianz Technology)" userId="bd438e6f-ef78-4d9b-98ec-c1a2b1b3b2a4" providerId="ADAL" clId="{6C347CCB-3210-453D-B89A-2A21814FB1DD}" dt="2025-06-19T16:52:56.646" v="3"/>
          <ac:spMkLst>
            <pc:docMk/>
            <pc:sldMk cId="0" sldId="266"/>
            <ac:spMk id="2" creationId="{00000000-0000-0000-0000-000000000000}"/>
          </ac:spMkLst>
        </pc:spChg>
        <pc:spChg chg="mod">
          <ac:chgData name="Garcia Casas, Eduardo (Allianz Technology)" userId="bd438e6f-ef78-4d9b-98ec-c1a2b1b3b2a4" providerId="ADAL" clId="{6C347CCB-3210-453D-B89A-2A21814FB1DD}" dt="2025-06-19T16:52:56.646" v="3"/>
          <ac:spMkLst>
            <pc:docMk/>
            <pc:sldMk cId="0" sldId="266"/>
            <ac:spMk id="3" creationId="{00000000-0000-0000-0000-000000000000}"/>
          </ac:spMkLst>
        </pc:spChg>
      </pc:sldChg>
      <pc:sldMasterChg chg="addSp">
        <pc:chgData name="Garcia Casas, Eduardo (Allianz Technology)" userId="bd438e6f-ef78-4d9b-98ec-c1a2b1b3b2a4" providerId="ADAL" clId="{6C347CCB-3210-453D-B89A-2A21814FB1DD}" dt="2025-06-19T16:51:58.254" v="0"/>
        <pc:sldMasterMkLst>
          <pc:docMk/>
          <pc:sldMasterMk cId="105550023" sldId="2147483660"/>
        </pc:sldMasterMkLst>
      </pc:sldMasterChg>
      <pc:sldMasterChg chg="addSp">
        <pc:chgData name="Garcia Casas, Eduardo (Allianz Technology)" userId="bd438e6f-ef78-4d9b-98ec-c1a2b1b3b2a4" providerId="ADAL" clId="{6C347CCB-3210-453D-B89A-2A21814FB1DD}" dt="2025-06-19T16:52:56.646" v="3"/>
        <pc:sldMasterMkLst>
          <pc:docMk/>
          <pc:sldMasterMk cId="1453842476" sldId="2147483672"/>
        </pc:sldMasterMkLst>
        <pc:spChg chg="add">
          <ac:chgData name="Garcia Casas, Eduardo (Allianz Technology)" userId="bd438e6f-ef78-4d9b-98ec-c1a2b1b3b2a4" providerId="ADAL" clId="{6C347CCB-3210-453D-B89A-2A21814FB1DD}" dt="2025-06-19T16:52:56.646" v="3"/>
          <ac:spMkLst>
            <pc:docMk/>
            <pc:sldMasterMk cId="1453842476" sldId="2147483672"/>
            <ac:spMk id="7" creationId="{26B2DD5E-BBB2-A330-54D7-0BE1207057D0}"/>
          </ac:spMkLst>
        </pc:sp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2D0E0BC-8337-45CE-AFDD-FEF6204F9EF9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4B8BE20A-AF8A-4F14-B8E4-B7AF9DF1E714}">
      <dgm:prSet/>
      <dgm:spPr/>
      <dgm:t>
        <a:bodyPr/>
        <a:lstStyle/>
        <a:p>
          <a:r>
            <a:rPr lang="en-US" dirty="0"/>
            <a:t>Nombre: Happy hub</a:t>
          </a:r>
        </a:p>
      </dgm:t>
    </dgm:pt>
    <dgm:pt modelId="{6136C5B5-3EE8-4FF3-84E9-3245075A8675}" type="parTrans" cxnId="{EB5E0D3E-F9B6-48C8-9EDF-AB7AB45D6226}">
      <dgm:prSet/>
      <dgm:spPr/>
      <dgm:t>
        <a:bodyPr/>
        <a:lstStyle/>
        <a:p>
          <a:endParaRPr lang="en-US"/>
        </a:p>
      </dgm:t>
    </dgm:pt>
    <dgm:pt modelId="{580F03BD-D728-4F4D-848C-6B8136661864}" type="sibTrans" cxnId="{EB5E0D3E-F9B6-48C8-9EDF-AB7AB45D6226}">
      <dgm:prSet/>
      <dgm:spPr/>
      <dgm:t>
        <a:bodyPr/>
        <a:lstStyle/>
        <a:p>
          <a:endParaRPr lang="en-US"/>
        </a:p>
      </dgm:t>
    </dgm:pt>
    <dgm:pt modelId="{B30974F8-96B1-4A1B-8775-AE3CDDCA2094}">
      <dgm:prSet/>
      <dgm:spPr/>
      <dgm:t>
        <a:bodyPr/>
        <a:lstStyle/>
        <a:p>
          <a:r>
            <a:rPr lang="en-US"/>
            <a:t>Concepto: Espacio modular para fiestas</a:t>
          </a:r>
        </a:p>
      </dgm:t>
    </dgm:pt>
    <dgm:pt modelId="{7FEF0D23-B4F9-4996-8981-3D57908D53DD}" type="parTrans" cxnId="{14301410-7E39-456A-93B2-35A13DA76A8D}">
      <dgm:prSet/>
      <dgm:spPr/>
      <dgm:t>
        <a:bodyPr/>
        <a:lstStyle/>
        <a:p>
          <a:endParaRPr lang="en-US"/>
        </a:p>
      </dgm:t>
    </dgm:pt>
    <dgm:pt modelId="{54B7797E-C31D-4A01-B250-AD0AD9DC76CC}" type="sibTrans" cxnId="{14301410-7E39-456A-93B2-35A13DA76A8D}">
      <dgm:prSet/>
      <dgm:spPr/>
      <dgm:t>
        <a:bodyPr/>
        <a:lstStyle/>
        <a:p>
          <a:endParaRPr lang="en-US"/>
        </a:p>
      </dgm:t>
    </dgm:pt>
    <dgm:pt modelId="{AA0102DA-9B8A-4BED-B152-C1138A081344}">
      <dgm:prSet/>
      <dgm:spPr/>
      <dgm:t>
        <a:bodyPr/>
        <a:lstStyle/>
        <a:p>
          <a:r>
            <a:rPr lang="en-US"/>
            <a:t>Ubicación estratégica frente a 'la plaza de jugar'</a:t>
          </a:r>
        </a:p>
      </dgm:t>
    </dgm:pt>
    <dgm:pt modelId="{57F63859-2879-493B-AB41-4D14E09CD73A}" type="parTrans" cxnId="{75B2524B-6F3D-4445-B435-FB69B85CFB3F}">
      <dgm:prSet/>
      <dgm:spPr/>
      <dgm:t>
        <a:bodyPr/>
        <a:lstStyle/>
        <a:p>
          <a:endParaRPr lang="en-US"/>
        </a:p>
      </dgm:t>
    </dgm:pt>
    <dgm:pt modelId="{41A2C965-D5BF-4056-9508-5BF4F2F130F1}" type="sibTrans" cxnId="{75B2524B-6F3D-4445-B435-FB69B85CFB3F}">
      <dgm:prSet/>
      <dgm:spPr/>
      <dgm:t>
        <a:bodyPr/>
        <a:lstStyle/>
        <a:p>
          <a:endParaRPr lang="en-US"/>
        </a:p>
      </dgm:t>
    </dgm:pt>
    <dgm:pt modelId="{E58C0CBC-AF0D-4F34-9C31-05F34BE98F48}">
      <dgm:prSet/>
      <dgm:spPr/>
      <dgm:t>
        <a:bodyPr/>
        <a:lstStyle/>
        <a:p>
          <a:r>
            <a:rPr lang="en-US"/>
            <a:t>Gestión familiar</a:t>
          </a:r>
        </a:p>
      </dgm:t>
    </dgm:pt>
    <dgm:pt modelId="{8ECEACB3-4886-4392-A352-1CFFFE02B2A2}" type="parTrans" cxnId="{E5E7A3F7-21A7-427B-821E-7AD242889AB6}">
      <dgm:prSet/>
      <dgm:spPr/>
      <dgm:t>
        <a:bodyPr/>
        <a:lstStyle/>
        <a:p>
          <a:endParaRPr lang="en-US"/>
        </a:p>
      </dgm:t>
    </dgm:pt>
    <dgm:pt modelId="{61404B3A-6F20-49A5-B84B-68AA453D3617}" type="sibTrans" cxnId="{E5E7A3F7-21A7-427B-821E-7AD242889AB6}">
      <dgm:prSet/>
      <dgm:spPr/>
      <dgm:t>
        <a:bodyPr/>
        <a:lstStyle/>
        <a:p>
          <a:endParaRPr lang="en-US"/>
        </a:p>
      </dgm:t>
    </dgm:pt>
    <dgm:pt modelId="{47C96B35-A9FE-4964-A9DD-8F6277069C99}">
      <dgm:prSet/>
      <dgm:spPr/>
      <dgm:t>
        <a:bodyPr/>
        <a:lstStyle/>
        <a:p>
          <a:r>
            <a:rPr lang="en-US"/>
            <a:t>Objetivo: Escalabilidad y potencial de franquicia</a:t>
          </a:r>
        </a:p>
      </dgm:t>
    </dgm:pt>
    <dgm:pt modelId="{22CA7CC4-CB92-4970-8005-BB78EC2AF6CA}" type="parTrans" cxnId="{AABBB2EA-5ADD-4D92-B545-44390F810407}">
      <dgm:prSet/>
      <dgm:spPr/>
      <dgm:t>
        <a:bodyPr/>
        <a:lstStyle/>
        <a:p>
          <a:endParaRPr lang="en-US"/>
        </a:p>
      </dgm:t>
    </dgm:pt>
    <dgm:pt modelId="{D3396D6A-6B80-4664-AC2D-581F487D2016}" type="sibTrans" cxnId="{AABBB2EA-5ADD-4D92-B545-44390F810407}">
      <dgm:prSet/>
      <dgm:spPr/>
      <dgm:t>
        <a:bodyPr/>
        <a:lstStyle/>
        <a:p>
          <a:endParaRPr lang="en-US"/>
        </a:p>
      </dgm:t>
    </dgm:pt>
    <dgm:pt modelId="{4509F63E-8320-4D0A-95CC-BE318D080D82}" type="pres">
      <dgm:prSet presAssocID="{52D0E0BC-8337-45CE-AFDD-FEF6204F9EF9}" presName="vert0" presStyleCnt="0">
        <dgm:presLayoutVars>
          <dgm:dir/>
          <dgm:animOne val="branch"/>
          <dgm:animLvl val="lvl"/>
        </dgm:presLayoutVars>
      </dgm:prSet>
      <dgm:spPr/>
    </dgm:pt>
    <dgm:pt modelId="{FC353A0C-F763-4FB6-A59A-4E5D006A4072}" type="pres">
      <dgm:prSet presAssocID="{4B8BE20A-AF8A-4F14-B8E4-B7AF9DF1E714}" presName="thickLine" presStyleLbl="alignNode1" presStyleIdx="0" presStyleCnt="5"/>
      <dgm:spPr/>
    </dgm:pt>
    <dgm:pt modelId="{AF6A7FC2-387A-4E89-9A64-3427F4520B00}" type="pres">
      <dgm:prSet presAssocID="{4B8BE20A-AF8A-4F14-B8E4-B7AF9DF1E714}" presName="horz1" presStyleCnt="0"/>
      <dgm:spPr/>
    </dgm:pt>
    <dgm:pt modelId="{E081FC9F-16CE-4496-82BE-3F8F081BDC5D}" type="pres">
      <dgm:prSet presAssocID="{4B8BE20A-AF8A-4F14-B8E4-B7AF9DF1E714}" presName="tx1" presStyleLbl="revTx" presStyleIdx="0" presStyleCnt="5"/>
      <dgm:spPr/>
    </dgm:pt>
    <dgm:pt modelId="{F6C52044-D269-436C-96E2-910EA7A37E42}" type="pres">
      <dgm:prSet presAssocID="{4B8BE20A-AF8A-4F14-B8E4-B7AF9DF1E714}" presName="vert1" presStyleCnt="0"/>
      <dgm:spPr/>
    </dgm:pt>
    <dgm:pt modelId="{583B8195-3820-4216-910E-3C19B1F9465D}" type="pres">
      <dgm:prSet presAssocID="{B30974F8-96B1-4A1B-8775-AE3CDDCA2094}" presName="thickLine" presStyleLbl="alignNode1" presStyleIdx="1" presStyleCnt="5"/>
      <dgm:spPr/>
    </dgm:pt>
    <dgm:pt modelId="{58CBA9A3-8B79-4254-9E1B-15D374D28EF6}" type="pres">
      <dgm:prSet presAssocID="{B30974F8-96B1-4A1B-8775-AE3CDDCA2094}" presName="horz1" presStyleCnt="0"/>
      <dgm:spPr/>
    </dgm:pt>
    <dgm:pt modelId="{248D9824-C8F1-4414-892B-0DA342E77031}" type="pres">
      <dgm:prSet presAssocID="{B30974F8-96B1-4A1B-8775-AE3CDDCA2094}" presName="tx1" presStyleLbl="revTx" presStyleIdx="1" presStyleCnt="5"/>
      <dgm:spPr/>
    </dgm:pt>
    <dgm:pt modelId="{0B101F07-BCFE-43A1-B646-696F7DF45556}" type="pres">
      <dgm:prSet presAssocID="{B30974F8-96B1-4A1B-8775-AE3CDDCA2094}" presName="vert1" presStyleCnt="0"/>
      <dgm:spPr/>
    </dgm:pt>
    <dgm:pt modelId="{99A14EFF-D944-4865-AE68-9CA0615FC5AA}" type="pres">
      <dgm:prSet presAssocID="{AA0102DA-9B8A-4BED-B152-C1138A081344}" presName="thickLine" presStyleLbl="alignNode1" presStyleIdx="2" presStyleCnt="5"/>
      <dgm:spPr/>
    </dgm:pt>
    <dgm:pt modelId="{46556681-3922-49D4-9363-989276942F55}" type="pres">
      <dgm:prSet presAssocID="{AA0102DA-9B8A-4BED-B152-C1138A081344}" presName="horz1" presStyleCnt="0"/>
      <dgm:spPr/>
    </dgm:pt>
    <dgm:pt modelId="{36339D47-5024-4FE9-AD71-303A44BFB229}" type="pres">
      <dgm:prSet presAssocID="{AA0102DA-9B8A-4BED-B152-C1138A081344}" presName="tx1" presStyleLbl="revTx" presStyleIdx="2" presStyleCnt="5"/>
      <dgm:spPr/>
    </dgm:pt>
    <dgm:pt modelId="{1A896975-ADB6-46DB-A659-85F857AAEE67}" type="pres">
      <dgm:prSet presAssocID="{AA0102DA-9B8A-4BED-B152-C1138A081344}" presName="vert1" presStyleCnt="0"/>
      <dgm:spPr/>
    </dgm:pt>
    <dgm:pt modelId="{D24F5D29-060B-4F92-8172-75D1271B103B}" type="pres">
      <dgm:prSet presAssocID="{E58C0CBC-AF0D-4F34-9C31-05F34BE98F48}" presName="thickLine" presStyleLbl="alignNode1" presStyleIdx="3" presStyleCnt="5"/>
      <dgm:spPr/>
    </dgm:pt>
    <dgm:pt modelId="{6572DE1E-E6EF-4EED-B96F-C64129F9F81F}" type="pres">
      <dgm:prSet presAssocID="{E58C0CBC-AF0D-4F34-9C31-05F34BE98F48}" presName="horz1" presStyleCnt="0"/>
      <dgm:spPr/>
    </dgm:pt>
    <dgm:pt modelId="{8B532F12-D234-4466-BDF1-35D21A1D2846}" type="pres">
      <dgm:prSet presAssocID="{E58C0CBC-AF0D-4F34-9C31-05F34BE98F48}" presName="tx1" presStyleLbl="revTx" presStyleIdx="3" presStyleCnt="5"/>
      <dgm:spPr/>
    </dgm:pt>
    <dgm:pt modelId="{578B3B9F-FE6C-49AC-B54A-A7F402D074B0}" type="pres">
      <dgm:prSet presAssocID="{E58C0CBC-AF0D-4F34-9C31-05F34BE98F48}" presName="vert1" presStyleCnt="0"/>
      <dgm:spPr/>
    </dgm:pt>
    <dgm:pt modelId="{91947C13-D0AF-48EE-8F48-111D8CBBCFE0}" type="pres">
      <dgm:prSet presAssocID="{47C96B35-A9FE-4964-A9DD-8F6277069C99}" presName="thickLine" presStyleLbl="alignNode1" presStyleIdx="4" presStyleCnt="5"/>
      <dgm:spPr/>
    </dgm:pt>
    <dgm:pt modelId="{5C082118-5166-4D66-8C03-117F77487EA5}" type="pres">
      <dgm:prSet presAssocID="{47C96B35-A9FE-4964-A9DD-8F6277069C99}" presName="horz1" presStyleCnt="0"/>
      <dgm:spPr/>
    </dgm:pt>
    <dgm:pt modelId="{42F64401-584D-4C25-94B5-1F1FED662FD2}" type="pres">
      <dgm:prSet presAssocID="{47C96B35-A9FE-4964-A9DD-8F6277069C99}" presName="tx1" presStyleLbl="revTx" presStyleIdx="4" presStyleCnt="5"/>
      <dgm:spPr/>
    </dgm:pt>
    <dgm:pt modelId="{F379EC7E-444A-45FC-9597-BE4271DD5CBE}" type="pres">
      <dgm:prSet presAssocID="{47C96B35-A9FE-4964-A9DD-8F6277069C99}" presName="vert1" presStyleCnt="0"/>
      <dgm:spPr/>
    </dgm:pt>
  </dgm:ptLst>
  <dgm:cxnLst>
    <dgm:cxn modelId="{14301410-7E39-456A-93B2-35A13DA76A8D}" srcId="{52D0E0BC-8337-45CE-AFDD-FEF6204F9EF9}" destId="{B30974F8-96B1-4A1B-8775-AE3CDDCA2094}" srcOrd="1" destOrd="0" parTransId="{7FEF0D23-B4F9-4996-8981-3D57908D53DD}" sibTransId="{54B7797E-C31D-4A01-B250-AD0AD9DC76CC}"/>
    <dgm:cxn modelId="{D3AB7E19-F40C-47F2-8706-723A86FCE977}" type="presOf" srcId="{52D0E0BC-8337-45CE-AFDD-FEF6204F9EF9}" destId="{4509F63E-8320-4D0A-95CC-BE318D080D82}" srcOrd="0" destOrd="0" presId="urn:microsoft.com/office/officeart/2008/layout/LinedList"/>
    <dgm:cxn modelId="{098A5F1C-4CEA-47A7-A62F-95BDD621D61E}" type="presOf" srcId="{4B8BE20A-AF8A-4F14-B8E4-B7AF9DF1E714}" destId="{E081FC9F-16CE-4496-82BE-3F8F081BDC5D}" srcOrd="0" destOrd="0" presId="urn:microsoft.com/office/officeart/2008/layout/LinedList"/>
    <dgm:cxn modelId="{EB5E0D3E-F9B6-48C8-9EDF-AB7AB45D6226}" srcId="{52D0E0BC-8337-45CE-AFDD-FEF6204F9EF9}" destId="{4B8BE20A-AF8A-4F14-B8E4-B7AF9DF1E714}" srcOrd="0" destOrd="0" parTransId="{6136C5B5-3EE8-4FF3-84E9-3245075A8675}" sibTransId="{580F03BD-D728-4F4D-848C-6B8136661864}"/>
    <dgm:cxn modelId="{C312A646-EFA7-4A8D-93C0-A43FC911B269}" type="presOf" srcId="{B30974F8-96B1-4A1B-8775-AE3CDDCA2094}" destId="{248D9824-C8F1-4414-892B-0DA342E77031}" srcOrd="0" destOrd="0" presId="urn:microsoft.com/office/officeart/2008/layout/LinedList"/>
    <dgm:cxn modelId="{75B2524B-6F3D-4445-B435-FB69B85CFB3F}" srcId="{52D0E0BC-8337-45CE-AFDD-FEF6204F9EF9}" destId="{AA0102DA-9B8A-4BED-B152-C1138A081344}" srcOrd="2" destOrd="0" parTransId="{57F63859-2879-493B-AB41-4D14E09CD73A}" sibTransId="{41A2C965-D5BF-4056-9508-5BF4F2F130F1}"/>
    <dgm:cxn modelId="{03335371-3980-472B-8B37-9FBF5D53816C}" type="presOf" srcId="{47C96B35-A9FE-4964-A9DD-8F6277069C99}" destId="{42F64401-584D-4C25-94B5-1F1FED662FD2}" srcOrd="0" destOrd="0" presId="urn:microsoft.com/office/officeart/2008/layout/LinedList"/>
    <dgm:cxn modelId="{1D938E9D-1B51-41FF-A1A1-693F5E54225B}" type="presOf" srcId="{E58C0CBC-AF0D-4F34-9C31-05F34BE98F48}" destId="{8B532F12-D234-4466-BDF1-35D21A1D2846}" srcOrd="0" destOrd="0" presId="urn:microsoft.com/office/officeart/2008/layout/LinedList"/>
    <dgm:cxn modelId="{BD263CB9-8E48-4BAB-A7DD-443FD5EA9F40}" type="presOf" srcId="{AA0102DA-9B8A-4BED-B152-C1138A081344}" destId="{36339D47-5024-4FE9-AD71-303A44BFB229}" srcOrd="0" destOrd="0" presId="urn:microsoft.com/office/officeart/2008/layout/LinedList"/>
    <dgm:cxn modelId="{AABBB2EA-5ADD-4D92-B545-44390F810407}" srcId="{52D0E0BC-8337-45CE-AFDD-FEF6204F9EF9}" destId="{47C96B35-A9FE-4964-A9DD-8F6277069C99}" srcOrd="4" destOrd="0" parTransId="{22CA7CC4-CB92-4970-8005-BB78EC2AF6CA}" sibTransId="{D3396D6A-6B80-4664-AC2D-581F487D2016}"/>
    <dgm:cxn modelId="{E5E7A3F7-21A7-427B-821E-7AD242889AB6}" srcId="{52D0E0BC-8337-45CE-AFDD-FEF6204F9EF9}" destId="{E58C0CBC-AF0D-4F34-9C31-05F34BE98F48}" srcOrd="3" destOrd="0" parTransId="{8ECEACB3-4886-4392-A352-1CFFFE02B2A2}" sibTransId="{61404B3A-6F20-49A5-B84B-68AA453D3617}"/>
    <dgm:cxn modelId="{633C6346-A984-44C1-98E9-434AFC6A577B}" type="presParOf" srcId="{4509F63E-8320-4D0A-95CC-BE318D080D82}" destId="{FC353A0C-F763-4FB6-A59A-4E5D006A4072}" srcOrd="0" destOrd="0" presId="urn:microsoft.com/office/officeart/2008/layout/LinedList"/>
    <dgm:cxn modelId="{1EEBA7A4-9B9E-4026-B6BA-F65060AB305E}" type="presParOf" srcId="{4509F63E-8320-4D0A-95CC-BE318D080D82}" destId="{AF6A7FC2-387A-4E89-9A64-3427F4520B00}" srcOrd="1" destOrd="0" presId="urn:microsoft.com/office/officeart/2008/layout/LinedList"/>
    <dgm:cxn modelId="{DA0B6244-55DB-4CBB-8AEB-E4D4A49C144D}" type="presParOf" srcId="{AF6A7FC2-387A-4E89-9A64-3427F4520B00}" destId="{E081FC9F-16CE-4496-82BE-3F8F081BDC5D}" srcOrd="0" destOrd="0" presId="urn:microsoft.com/office/officeart/2008/layout/LinedList"/>
    <dgm:cxn modelId="{8C02AB96-8A3B-43CA-B47F-8F20163406C4}" type="presParOf" srcId="{AF6A7FC2-387A-4E89-9A64-3427F4520B00}" destId="{F6C52044-D269-436C-96E2-910EA7A37E42}" srcOrd="1" destOrd="0" presId="urn:microsoft.com/office/officeart/2008/layout/LinedList"/>
    <dgm:cxn modelId="{9B77328A-0C8B-4B44-9934-F3D4F1449E55}" type="presParOf" srcId="{4509F63E-8320-4D0A-95CC-BE318D080D82}" destId="{583B8195-3820-4216-910E-3C19B1F9465D}" srcOrd="2" destOrd="0" presId="urn:microsoft.com/office/officeart/2008/layout/LinedList"/>
    <dgm:cxn modelId="{0E1645DF-29D9-4F9D-A39E-950A57E9E16D}" type="presParOf" srcId="{4509F63E-8320-4D0A-95CC-BE318D080D82}" destId="{58CBA9A3-8B79-4254-9E1B-15D374D28EF6}" srcOrd="3" destOrd="0" presId="urn:microsoft.com/office/officeart/2008/layout/LinedList"/>
    <dgm:cxn modelId="{567B932B-9FC2-4B3F-A4E0-68396E94A913}" type="presParOf" srcId="{58CBA9A3-8B79-4254-9E1B-15D374D28EF6}" destId="{248D9824-C8F1-4414-892B-0DA342E77031}" srcOrd="0" destOrd="0" presId="urn:microsoft.com/office/officeart/2008/layout/LinedList"/>
    <dgm:cxn modelId="{A4AA7BAE-E4F4-4EE4-9712-348C5D173847}" type="presParOf" srcId="{58CBA9A3-8B79-4254-9E1B-15D374D28EF6}" destId="{0B101F07-BCFE-43A1-B646-696F7DF45556}" srcOrd="1" destOrd="0" presId="urn:microsoft.com/office/officeart/2008/layout/LinedList"/>
    <dgm:cxn modelId="{D84323A3-6C9D-4C76-BEB8-BD4D28C886B6}" type="presParOf" srcId="{4509F63E-8320-4D0A-95CC-BE318D080D82}" destId="{99A14EFF-D944-4865-AE68-9CA0615FC5AA}" srcOrd="4" destOrd="0" presId="urn:microsoft.com/office/officeart/2008/layout/LinedList"/>
    <dgm:cxn modelId="{D8606111-A62B-43DA-AF55-1124A1B3175F}" type="presParOf" srcId="{4509F63E-8320-4D0A-95CC-BE318D080D82}" destId="{46556681-3922-49D4-9363-989276942F55}" srcOrd="5" destOrd="0" presId="urn:microsoft.com/office/officeart/2008/layout/LinedList"/>
    <dgm:cxn modelId="{2FF815DF-8944-4BB4-BC40-52F25E3C7A44}" type="presParOf" srcId="{46556681-3922-49D4-9363-989276942F55}" destId="{36339D47-5024-4FE9-AD71-303A44BFB229}" srcOrd="0" destOrd="0" presId="urn:microsoft.com/office/officeart/2008/layout/LinedList"/>
    <dgm:cxn modelId="{B63DEA7C-14F3-4494-BAF2-25B652D0E67C}" type="presParOf" srcId="{46556681-3922-49D4-9363-989276942F55}" destId="{1A896975-ADB6-46DB-A659-85F857AAEE67}" srcOrd="1" destOrd="0" presId="urn:microsoft.com/office/officeart/2008/layout/LinedList"/>
    <dgm:cxn modelId="{0085192A-4AEB-47E5-B925-CED0D1415AEF}" type="presParOf" srcId="{4509F63E-8320-4D0A-95CC-BE318D080D82}" destId="{D24F5D29-060B-4F92-8172-75D1271B103B}" srcOrd="6" destOrd="0" presId="urn:microsoft.com/office/officeart/2008/layout/LinedList"/>
    <dgm:cxn modelId="{3787B8D8-648B-4CDA-8A0E-D9B1D858F36A}" type="presParOf" srcId="{4509F63E-8320-4D0A-95CC-BE318D080D82}" destId="{6572DE1E-E6EF-4EED-B96F-C64129F9F81F}" srcOrd="7" destOrd="0" presId="urn:microsoft.com/office/officeart/2008/layout/LinedList"/>
    <dgm:cxn modelId="{A26B0B96-A6D1-4636-ADB0-BE54A9E6D2DE}" type="presParOf" srcId="{6572DE1E-E6EF-4EED-B96F-C64129F9F81F}" destId="{8B532F12-D234-4466-BDF1-35D21A1D2846}" srcOrd="0" destOrd="0" presId="urn:microsoft.com/office/officeart/2008/layout/LinedList"/>
    <dgm:cxn modelId="{0A2901CF-269E-4D1E-B78B-5F1E9094C4F2}" type="presParOf" srcId="{6572DE1E-E6EF-4EED-B96F-C64129F9F81F}" destId="{578B3B9F-FE6C-49AC-B54A-A7F402D074B0}" srcOrd="1" destOrd="0" presId="urn:microsoft.com/office/officeart/2008/layout/LinedList"/>
    <dgm:cxn modelId="{1357594A-F0DA-480C-B9C7-2984826D46D9}" type="presParOf" srcId="{4509F63E-8320-4D0A-95CC-BE318D080D82}" destId="{91947C13-D0AF-48EE-8F48-111D8CBBCFE0}" srcOrd="8" destOrd="0" presId="urn:microsoft.com/office/officeart/2008/layout/LinedList"/>
    <dgm:cxn modelId="{7702FEA4-FC42-4690-A79A-221DD0A6B76B}" type="presParOf" srcId="{4509F63E-8320-4D0A-95CC-BE318D080D82}" destId="{5C082118-5166-4D66-8C03-117F77487EA5}" srcOrd="9" destOrd="0" presId="urn:microsoft.com/office/officeart/2008/layout/LinedList"/>
    <dgm:cxn modelId="{E40D0746-427B-4BFE-BCE7-7238C7245797}" type="presParOf" srcId="{5C082118-5166-4D66-8C03-117F77487EA5}" destId="{42F64401-584D-4C25-94B5-1F1FED662FD2}" srcOrd="0" destOrd="0" presId="urn:microsoft.com/office/officeart/2008/layout/LinedList"/>
    <dgm:cxn modelId="{25D67989-8472-49B6-A8FC-678194A2A166}" type="presParOf" srcId="{5C082118-5166-4D66-8C03-117F77487EA5}" destId="{F379EC7E-444A-45FC-9597-BE4271DD5CB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353A0C-F763-4FB6-A59A-4E5D006A4072}">
      <dsp:nvSpPr>
        <dsp:cNvPr id="0" name=""/>
        <dsp:cNvSpPr/>
      </dsp:nvSpPr>
      <dsp:spPr>
        <a:xfrm>
          <a:off x="0" y="566"/>
          <a:ext cx="4435078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081FC9F-16CE-4496-82BE-3F8F081BDC5D}">
      <dsp:nvSpPr>
        <dsp:cNvPr id="0" name=""/>
        <dsp:cNvSpPr/>
      </dsp:nvSpPr>
      <dsp:spPr>
        <a:xfrm>
          <a:off x="0" y="566"/>
          <a:ext cx="4435078" cy="9271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Nombre: Happy hub</a:t>
          </a:r>
        </a:p>
      </dsp:txBody>
      <dsp:txXfrm>
        <a:off x="0" y="566"/>
        <a:ext cx="4435078" cy="927191"/>
      </dsp:txXfrm>
    </dsp:sp>
    <dsp:sp modelId="{583B8195-3820-4216-910E-3C19B1F9465D}">
      <dsp:nvSpPr>
        <dsp:cNvPr id="0" name=""/>
        <dsp:cNvSpPr/>
      </dsp:nvSpPr>
      <dsp:spPr>
        <a:xfrm>
          <a:off x="0" y="927757"/>
          <a:ext cx="443507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3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48D9824-C8F1-4414-892B-0DA342E77031}">
      <dsp:nvSpPr>
        <dsp:cNvPr id="0" name=""/>
        <dsp:cNvSpPr/>
      </dsp:nvSpPr>
      <dsp:spPr>
        <a:xfrm>
          <a:off x="0" y="927757"/>
          <a:ext cx="4435078" cy="9271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Concepto: Espacio modular para fiestas</a:t>
          </a:r>
        </a:p>
      </dsp:txBody>
      <dsp:txXfrm>
        <a:off x="0" y="927757"/>
        <a:ext cx="4435078" cy="927191"/>
      </dsp:txXfrm>
    </dsp:sp>
    <dsp:sp modelId="{99A14EFF-D944-4865-AE68-9CA0615FC5AA}">
      <dsp:nvSpPr>
        <dsp:cNvPr id="0" name=""/>
        <dsp:cNvSpPr/>
      </dsp:nvSpPr>
      <dsp:spPr>
        <a:xfrm>
          <a:off x="0" y="1854948"/>
          <a:ext cx="4435078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4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6339D47-5024-4FE9-AD71-303A44BFB229}">
      <dsp:nvSpPr>
        <dsp:cNvPr id="0" name=""/>
        <dsp:cNvSpPr/>
      </dsp:nvSpPr>
      <dsp:spPr>
        <a:xfrm>
          <a:off x="0" y="1854948"/>
          <a:ext cx="4435078" cy="9271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Ubicación estratégica frente a 'la plaza de jugar'</a:t>
          </a:r>
        </a:p>
      </dsp:txBody>
      <dsp:txXfrm>
        <a:off x="0" y="1854948"/>
        <a:ext cx="4435078" cy="927191"/>
      </dsp:txXfrm>
    </dsp:sp>
    <dsp:sp modelId="{D24F5D29-060B-4F92-8172-75D1271B103B}">
      <dsp:nvSpPr>
        <dsp:cNvPr id="0" name=""/>
        <dsp:cNvSpPr/>
      </dsp:nvSpPr>
      <dsp:spPr>
        <a:xfrm>
          <a:off x="0" y="2782139"/>
          <a:ext cx="4435078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B532F12-D234-4466-BDF1-35D21A1D2846}">
      <dsp:nvSpPr>
        <dsp:cNvPr id="0" name=""/>
        <dsp:cNvSpPr/>
      </dsp:nvSpPr>
      <dsp:spPr>
        <a:xfrm>
          <a:off x="0" y="2782139"/>
          <a:ext cx="4435078" cy="9271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Gestión familiar</a:t>
          </a:r>
        </a:p>
      </dsp:txBody>
      <dsp:txXfrm>
        <a:off x="0" y="2782139"/>
        <a:ext cx="4435078" cy="927191"/>
      </dsp:txXfrm>
    </dsp:sp>
    <dsp:sp modelId="{91947C13-D0AF-48EE-8F48-111D8CBBCFE0}">
      <dsp:nvSpPr>
        <dsp:cNvPr id="0" name=""/>
        <dsp:cNvSpPr/>
      </dsp:nvSpPr>
      <dsp:spPr>
        <a:xfrm>
          <a:off x="0" y="3709330"/>
          <a:ext cx="4435078" cy="0"/>
        </a:xfrm>
        <a:prstGeom prst="lin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6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2F64401-584D-4C25-94B5-1F1FED662FD2}">
      <dsp:nvSpPr>
        <dsp:cNvPr id="0" name=""/>
        <dsp:cNvSpPr/>
      </dsp:nvSpPr>
      <dsp:spPr>
        <a:xfrm>
          <a:off x="0" y="3709330"/>
          <a:ext cx="4435078" cy="9271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Objetivo: Escalabilidad y potencial de franquicia</a:t>
          </a:r>
        </a:p>
      </dsp:txBody>
      <dsp:txXfrm>
        <a:off x="0" y="3709330"/>
        <a:ext cx="4435078" cy="9271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6565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9060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7066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4520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944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236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806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2353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5854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209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5767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B2DD5E-BBB2-A330-54D7-0BE1207057D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4369562" y="63500"/>
            <a:ext cx="4333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453842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3" name="Rectangle 62">
            <a:extLst>
              <a:ext uri="{FF2B5EF4-FFF2-40B4-BE49-F238E27FC236}">
                <a16:creationId xmlns:a16="http://schemas.microsoft.com/office/drawing/2014/main" id="{FD253B5F-8540-4043-8F2E-713BAFE52D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F2AF0D79-4A1A-4F27-B9F0-CF252C4AC9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383" y="636753"/>
            <a:ext cx="6473722" cy="5572810"/>
          </a:xfrm>
          <a:prstGeom prst="rect">
            <a:avLst/>
          </a:prstGeom>
          <a:solidFill>
            <a:srgbClr val="000001">
              <a:alpha val="7490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8012" y="969280"/>
            <a:ext cx="5111799" cy="1049235"/>
          </a:xfrm>
        </p:spPr>
        <p:txBody>
          <a:bodyPr anchor="b">
            <a:normAutofit/>
          </a:bodyPr>
          <a:lstStyle/>
          <a:p>
            <a:r>
              <a:rPr lang="en-US" dirty="0">
                <a:solidFill>
                  <a:srgbClr val="FFFFFE"/>
                </a:solidFill>
              </a:rPr>
              <a:t>Business Case – </a:t>
            </a:r>
            <a:br>
              <a:rPr lang="en-US" dirty="0">
                <a:solidFill>
                  <a:srgbClr val="FFFFFE"/>
                </a:solidFill>
              </a:rPr>
            </a:br>
            <a:r>
              <a:rPr lang="en-US" dirty="0">
                <a:solidFill>
                  <a:srgbClr val="FFFFFE"/>
                </a:solidFill>
              </a:rPr>
              <a:t>Happy Hub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8E83266B-97F8-4AB9-818F-3A70E8D85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46322" y="2161976"/>
            <a:ext cx="486918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6" name="Content Placeholder 2"/>
          <p:cNvSpPr>
            <a:spLocks noGrp="1"/>
          </p:cNvSpPr>
          <p:nvPr>
            <p:ph idx="1"/>
          </p:nvPr>
        </p:nvSpPr>
        <p:spPr>
          <a:xfrm>
            <a:off x="978012" y="2351042"/>
            <a:ext cx="5111799" cy="3563729"/>
          </a:xfrm>
        </p:spPr>
        <p:txBody>
          <a:bodyPr>
            <a:normAutofit/>
          </a:bodyPr>
          <a:lstStyle/>
          <a:p>
            <a:r>
              <a:rPr>
                <a:solidFill>
                  <a:srgbClr val="FFFFFE"/>
                </a:solidFill>
              </a:rPr>
              <a:t>Local de Fiestas Adaptable &amp; Hub de Servicios para Eventos</a:t>
            </a:r>
          </a:p>
          <a:p>
            <a:r>
              <a:rPr>
                <a:solidFill>
                  <a:srgbClr val="FFFFFE"/>
                </a:solidFill>
              </a:rPr>
              <a:t>Ubicación: C/ Rovellat, 27 – Esplugues de Llobregat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2303047"/>
            <a:ext cx="2454070" cy="2674198"/>
          </a:xfrm>
        </p:spPr>
        <p:txBody>
          <a:bodyPr anchor="t">
            <a:normAutofit/>
          </a:bodyPr>
          <a:lstStyle/>
          <a:p>
            <a:r>
              <a:t>Executive Summary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8684" y="2146542"/>
            <a:ext cx="245407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0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685" y="3122496"/>
            <a:ext cx="264761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D5B14F9-F4AB-23A2-3694-6894CE9773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4589626"/>
              </p:ext>
            </p:extLst>
          </p:nvPr>
        </p:nvGraphicFramePr>
        <p:xfrm>
          <a:off x="3856434" y="803275"/>
          <a:ext cx="4435078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Oportunidad de Mercado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Alta demanda no cubierta</a:t>
            </a:r>
          </a:p>
          <a:p>
            <a:r>
              <a:t>Solo un competidor local, centrado en fiestas infantiles</a:t>
            </a:r>
          </a:p>
          <a:p>
            <a:r>
              <a:t>Espacio adaptable a múltiples públicos</a:t>
            </a:r>
          </a:p>
          <a:p>
            <a:r>
              <a:t>Ubicación con sinergias naturales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9C51009-A09A-4689-8E6C-F8FC99E6A8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3357" y="1600199"/>
            <a:ext cx="2654449" cy="4297680"/>
          </a:xfrm>
        </p:spPr>
        <p:txBody>
          <a:bodyPr anchor="ctr">
            <a:normAutofit/>
          </a:bodyPr>
          <a:lstStyle/>
          <a:p>
            <a:r>
              <a:t>Propuesta de Valor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EC65442-F244-409C-BF44-C5D6472E8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2148839"/>
            <a:ext cx="0" cy="320040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693638" y="1600199"/>
            <a:ext cx="4597502" cy="4297680"/>
          </a:xfrm>
        </p:spPr>
        <p:txBody>
          <a:bodyPr anchor="ctr">
            <a:normAutofit/>
          </a:bodyPr>
          <a:lstStyle/>
          <a:p>
            <a:r>
              <a:t>160 m² adaptables con estilo industrial</a:t>
            </a:r>
          </a:p>
          <a:p>
            <a:r>
              <a:t>Packs completos de evento</a:t>
            </a:r>
          </a:p>
          <a:p>
            <a:r>
              <a:t>Barra de bebidas y trastero</a:t>
            </a:r>
          </a:p>
          <a:p>
            <a:r>
              <a:t>Marketplace online de servicios</a:t>
            </a:r>
          </a:p>
          <a:p>
            <a:r>
              <a:t>Uso mixto: fiestas + juego libre infantil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Reformas Necesarias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Insonorización</a:t>
            </a:r>
          </a:p>
          <a:p>
            <a:r>
              <a:t>Revestimiento industrial de paredes/suelo/techo</a:t>
            </a:r>
          </a:p>
          <a:p>
            <a:r>
              <a:t>Canalización logística aérea</a:t>
            </a:r>
          </a:p>
          <a:p>
            <a:r>
              <a:t>Aire acondicionado</a:t>
            </a:r>
          </a:p>
          <a:p>
            <a:r>
              <a:t>Instalación de barra y trastero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Modelo de Negocio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Reservas</a:t>
            </a:r>
            <a:r>
              <a:rPr dirty="0"/>
              <a:t> online/WhatsApp</a:t>
            </a:r>
          </a:p>
          <a:p>
            <a:r>
              <a:rPr dirty="0"/>
              <a:t>Hasta 3-4 </a:t>
            </a:r>
            <a:r>
              <a:rPr dirty="0" err="1"/>
              <a:t>eventos</a:t>
            </a:r>
            <a:r>
              <a:rPr dirty="0"/>
              <a:t> </a:t>
            </a:r>
            <a:r>
              <a:rPr dirty="0" err="1"/>
              <a:t>diarios</a:t>
            </a:r>
            <a:endParaRPr dirty="0"/>
          </a:p>
          <a:p>
            <a:r>
              <a:rPr dirty="0" err="1"/>
              <a:t>Precio</a:t>
            </a:r>
            <a:r>
              <a:rPr dirty="0"/>
              <a:t> medio: </a:t>
            </a:r>
            <a:r>
              <a:rPr lang="es-ES" dirty="0"/>
              <a:t>15</a:t>
            </a:r>
            <a:r>
              <a:rPr dirty="0"/>
              <a:t>0€–</a:t>
            </a:r>
            <a:r>
              <a:rPr lang="es-ES" dirty="0"/>
              <a:t>25</a:t>
            </a:r>
            <a:r>
              <a:rPr dirty="0"/>
              <a:t>0€/</a:t>
            </a:r>
            <a:r>
              <a:rPr dirty="0" err="1"/>
              <a:t>evento</a:t>
            </a:r>
            <a:endParaRPr dirty="0"/>
          </a:p>
          <a:p>
            <a:r>
              <a:rPr dirty="0" err="1"/>
              <a:t>Servicios</a:t>
            </a:r>
            <a:r>
              <a:rPr dirty="0"/>
              <a:t> </a:t>
            </a:r>
            <a:r>
              <a:rPr dirty="0" err="1"/>
              <a:t>adicionales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separado</a:t>
            </a:r>
            <a:endParaRPr dirty="0"/>
          </a:p>
          <a:p>
            <a:r>
              <a:rPr dirty="0" err="1"/>
              <a:t>Gestión</a:t>
            </a:r>
            <a:r>
              <a:rPr dirty="0"/>
              <a:t> </a:t>
            </a:r>
            <a:r>
              <a:rPr dirty="0" err="1"/>
              <a:t>propia</a:t>
            </a:r>
            <a:r>
              <a:rPr dirty="0"/>
              <a:t> sin personal </a:t>
            </a:r>
            <a:r>
              <a:rPr dirty="0" err="1"/>
              <a:t>fijo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Público Objetivo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Principal: Familias</a:t>
            </a:r>
          </a:p>
          <a:p>
            <a:r>
              <a:t>Secundario: Jóvenes y empresas</a:t>
            </a:r>
          </a:p>
          <a:p>
            <a:r>
              <a:t>Zona con fuerte tráfico infantil</a:t>
            </a:r>
          </a:p>
          <a:p>
            <a:r>
              <a:t>Modelo híbrido entre semana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Proyecciones Financieras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Ingresos</a:t>
            </a:r>
            <a:r>
              <a:rPr dirty="0"/>
              <a:t> </a:t>
            </a:r>
            <a:r>
              <a:rPr dirty="0" err="1"/>
              <a:t>estimados</a:t>
            </a:r>
            <a:r>
              <a:rPr dirty="0"/>
              <a:t>: </a:t>
            </a:r>
            <a:r>
              <a:rPr lang="es-ES" dirty="0"/>
              <a:t>3.6</a:t>
            </a:r>
            <a:r>
              <a:rPr dirty="0"/>
              <a:t>00€/</a:t>
            </a:r>
            <a:r>
              <a:rPr dirty="0" err="1"/>
              <a:t>mes</a:t>
            </a:r>
            <a:endParaRPr dirty="0"/>
          </a:p>
          <a:p>
            <a:r>
              <a:rPr dirty="0"/>
              <a:t>1</a:t>
            </a:r>
            <a:r>
              <a:rPr lang="es-ES" dirty="0"/>
              <a:t>8</a:t>
            </a:r>
            <a:r>
              <a:rPr dirty="0"/>
              <a:t> </a:t>
            </a:r>
            <a:r>
              <a:rPr dirty="0" err="1"/>
              <a:t>eventos</a:t>
            </a:r>
            <a:r>
              <a:rPr dirty="0"/>
              <a:t>/</a:t>
            </a:r>
            <a:r>
              <a:rPr dirty="0" err="1"/>
              <a:t>semana</a:t>
            </a:r>
            <a:r>
              <a:rPr dirty="0"/>
              <a:t> x 2</a:t>
            </a:r>
            <a:r>
              <a:rPr lang="es-ES" dirty="0"/>
              <a:t>0</a:t>
            </a:r>
            <a:r>
              <a:rPr dirty="0"/>
              <a:t>0€</a:t>
            </a:r>
          </a:p>
          <a:p>
            <a:r>
              <a:rPr dirty="0"/>
              <a:t>Punto de </a:t>
            </a:r>
            <a:r>
              <a:rPr dirty="0" err="1"/>
              <a:t>equilibrio</a:t>
            </a:r>
            <a:r>
              <a:rPr dirty="0"/>
              <a:t>: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estimar</a:t>
            </a:r>
            <a:endParaRPr dirty="0"/>
          </a:p>
          <a:p>
            <a:r>
              <a:rPr dirty="0"/>
              <a:t>Costes: </a:t>
            </a:r>
            <a:r>
              <a:rPr dirty="0" err="1"/>
              <a:t>alquiler</a:t>
            </a:r>
            <a:r>
              <a:rPr dirty="0"/>
              <a:t>, </a:t>
            </a:r>
            <a:r>
              <a:rPr dirty="0" err="1"/>
              <a:t>suministros</a:t>
            </a:r>
            <a:r>
              <a:rPr dirty="0"/>
              <a:t>, </a:t>
            </a:r>
            <a:r>
              <a:rPr dirty="0" err="1"/>
              <a:t>limpieza</a:t>
            </a:r>
            <a:r>
              <a:rPr dirty="0"/>
              <a:t>, web, marketing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Marketing y Captación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Visibilidad desde plaza</a:t>
            </a:r>
          </a:p>
          <a:p>
            <a:r>
              <a:t>Web + catálogo de servicios</a:t>
            </a:r>
          </a:p>
          <a:p>
            <a:r>
              <a:t>Redes sociales y SEO local</a:t>
            </a:r>
          </a:p>
          <a:p>
            <a:r>
              <a:t>Promos y alianzas de barrio</a:t>
            </a:r>
          </a:p>
          <a:p>
            <a:r>
              <a:t>Publicidad en escuelas y centros cívicos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Escalabilidad y Futuro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Modelo replicable</a:t>
            </a:r>
          </a:p>
          <a:p>
            <a:r>
              <a:t>Franquicia potencial</a:t>
            </a:r>
          </a:p>
          <a:p>
            <a:r>
              <a:t>Marketplace de servicios</a:t>
            </a:r>
          </a:p>
          <a:p>
            <a:r>
              <a:t>Evolución a red digital de eventos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Presupuestos de reforma</a:t>
            </a:r>
          </a:p>
          <a:p>
            <a:r>
              <a:t>Revisión legal/licencias</a:t>
            </a:r>
          </a:p>
          <a:p>
            <a:r>
              <a:t>Diseño de identidad web</a:t>
            </a:r>
          </a:p>
          <a:p>
            <a:r>
              <a:t>Red inicial de proveedores</a:t>
            </a:r>
          </a:p>
          <a:p>
            <a:r>
              <a:t>Campañas de apertura</a:t>
            </a:r>
          </a:p>
          <a:p>
            <a:r>
              <a:t>Soft opening piloto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0</TotalTime>
  <Words>287</Words>
  <Application>Microsoft Office PowerPoint</Application>
  <PresentationFormat>On-screen Show (4:3)</PresentationFormat>
  <Paragraphs>60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Gill Sans MT</vt:lpstr>
      <vt:lpstr>Gallery</vt:lpstr>
      <vt:lpstr>Business Case –  Happy Hub</vt:lpstr>
      <vt:lpstr>Executive Summary</vt:lpstr>
      <vt:lpstr>Oportunidad de Mercado</vt:lpstr>
      <vt:lpstr>Propuesta de Valor</vt:lpstr>
      <vt:lpstr>Reformas Necesarias</vt:lpstr>
      <vt:lpstr>Modelo de Negocio</vt:lpstr>
      <vt:lpstr>Público Objetivo</vt:lpstr>
      <vt:lpstr>Proyecciones Financieras</vt:lpstr>
      <vt:lpstr>Marketing y Captación</vt:lpstr>
      <vt:lpstr>Escalabilidad y Futuro</vt:lpstr>
      <vt:lpstr>Próximos Pasos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Garcia Casas, Eduardo (Allianz Technology)</dc:creator>
  <cp:keywords/>
  <dc:description>generated using python-pptx</dc:description>
  <cp:lastModifiedBy>Garcia Casas, Eduardo (Allianz Technology)</cp:lastModifiedBy>
  <cp:revision>2</cp:revision>
  <dcterms:created xsi:type="dcterms:W3CDTF">2013-01-27T09:14:16Z</dcterms:created>
  <dcterms:modified xsi:type="dcterms:W3CDTF">2025-07-01T13:49:29Z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63bc15e-e7bf-41c1-bdb3-03882d8a2e2c_Enabled">
    <vt:lpwstr>true</vt:lpwstr>
  </property>
  <property fmtid="{D5CDD505-2E9C-101B-9397-08002B2CF9AE}" pid="3" name="MSIP_Label_863bc15e-e7bf-41c1-bdb3-03882d8a2e2c_SetDate">
    <vt:lpwstr>2025-06-19T16:50:17Z</vt:lpwstr>
  </property>
  <property fmtid="{D5CDD505-2E9C-101B-9397-08002B2CF9AE}" pid="4" name="MSIP_Label_863bc15e-e7bf-41c1-bdb3-03882d8a2e2c_Method">
    <vt:lpwstr>Privileged</vt:lpwstr>
  </property>
  <property fmtid="{D5CDD505-2E9C-101B-9397-08002B2CF9AE}" pid="5" name="MSIP_Label_863bc15e-e7bf-41c1-bdb3-03882d8a2e2c_Name">
    <vt:lpwstr>863bc15e-e7bf-41c1-bdb3-03882d8a2e2c</vt:lpwstr>
  </property>
  <property fmtid="{D5CDD505-2E9C-101B-9397-08002B2CF9AE}" pid="6" name="MSIP_Label_863bc15e-e7bf-41c1-bdb3-03882d8a2e2c_SiteId">
    <vt:lpwstr>6e06e42d-6925-47c6-b9e7-9581c7ca302a</vt:lpwstr>
  </property>
  <property fmtid="{D5CDD505-2E9C-101B-9397-08002B2CF9AE}" pid="7" name="MSIP_Label_863bc15e-e7bf-41c1-bdb3-03882d8a2e2c_ActionId">
    <vt:lpwstr>09624e70-0b8e-41c2-9e99-2a4800ae57c4</vt:lpwstr>
  </property>
  <property fmtid="{D5CDD505-2E9C-101B-9397-08002B2CF9AE}" pid="8" name="MSIP_Label_863bc15e-e7bf-41c1-bdb3-03882d8a2e2c_ContentBits">
    <vt:lpwstr>1</vt:lpwstr>
  </property>
  <property fmtid="{D5CDD505-2E9C-101B-9397-08002B2CF9AE}" pid="9" name="MSIP_Label_863bc15e-e7bf-41c1-bdb3-03882d8a2e2c_Tag">
    <vt:lpwstr>10, 0, 1, 1</vt:lpwstr>
  </property>
  <property fmtid="{D5CDD505-2E9C-101B-9397-08002B2CF9AE}" pid="10" name="ClassificationContentMarkingHeaderLocations">
    <vt:lpwstr>Office Theme:8</vt:lpwstr>
  </property>
  <property fmtid="{D5CDD505-2E9C-101B-9397-08002B2CF9AE}" pid="11" name="ClassificationContentMarkingHeaderText">
    <vt:lpwstr>Internal</vt:lpwstr>
  </property>
</Properties>
</file>